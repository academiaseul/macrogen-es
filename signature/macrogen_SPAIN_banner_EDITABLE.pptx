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3716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82" y="4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737EA4F8-E68A-ACF7-8587-B4A63353B8D5}"/>
              </a:ext>
            </a:extLst>
          </p:cNvPr>
          <p:cNvGrpSpPr/>
          <p:nvPr/>
        </p:nvGrpSpPr>
        <p:grpSpPr>
          <a:xfrm>
            <a:off x="-857150" y="-149876"/>
            <a:ext cx="15016310" cy="4787818"/>
            <a:chOff x="-904982" y="-151811"/>
            <a:chExt cx="15016310" cy="478781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A5D93D0-6646-D385-DE67-ECDF3776EDF3}"/>
                </a:ext>
              </a:extLst>
            </p:cNvPr>
            <p:cNvCxnSpPr/>
            <p:nvPr/>
          </p:nvCxnSpPr>
          <p:spPr>
            <a:xfrm>
              <a:off x="659999" y="-73269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22D3E8D-6A38-174D-9608-2E642E479566}"/>
                </a:ext>
              </a:extLst>
            </p:cNvPr>
            <p:cNvCxnSpPr/>
            <p:nvPr/>
          </p:nvCxnSpPr>
          <p:spPr>
            <a:xfrm>
              <a:off x="1191759" y="-149876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D00EBD0-BF4B-51C5-9EEA-B58140F318DF}"/>
                </a:ext>
              </a:extLst>
            </p:cNvPr>
            <p:cNvCxnSpPr/>
            <p:nvPr/>
          </p:nvCxnSpPr>
          <p:spPr>
            <a:xfrm>
              <a:off x="1672407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E1041D7-FAC6-113B-6F12-49F0E4231647}"/>
                </a:ext>
              </a:extLst>
            </p:cNvPr>
            <p:cNvCxnSpPr/>
            <p:nvPr/>
          </p:nvCxnSpPr>
          <p:spPr>
            <a:xfrm>
              <a:off x="2135467" y="-149876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F30919-8DB6-0CD2-B8D6-63609F5CE5C7}"/>
                </a:ext>
              </a:extLst>
            </p:cNvPr>
            <p:cNvCxnSpPr/>
            <p:nvPr/>
          </p:nvCxnSpPr>
          <p:spPr>
            <a:xfrm>
              <a:off x="2616114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79AC75-1CBF-9646-7674-7A783896695B}"/>
                </a:ext>
              </a:extLst>
            </p:cNvPr>
            <p:cNvCxnSpPr/>
            <p:nvPr/>
          </p:nvCxnSpPr>
          <p:spPr>
            <a:xfrm>
              <a:off x="3067127" y="-149876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E22324D-E2E8-8B64-29AA-DDD4C78ABA2A}"/>
                </a:ext>
              </a:extLst>
            </p:cNvPr>
            <p:cNvCxnSpPr/>
            <p:nvPr/>
          </p:nvCxnSpPr>
          <p:spPr>
            <a:xfrm>
              <a:off x="3562753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C3BB9F1-3687-9546-F8DC-640672B10C12}"/>
                </a:ext>
              </a:extLst>
            </p:cNvPr>
            <p:cNvCxnSpPr/>
            <p:nvPr/>
          </p:nvCxnSpPr>
          <p:spPr>
            <a:xfrm>
              <a:off x="4025813" y="-149876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4A9C06A-50A4-A791-CD03-B30A344E49CC}"/>
                </a:ext>
              </a:extLst>
            </p:cNvPr>
            <p:cNvCxnSpPr/>
            <p:nvPr/>
          </p:nvCxnSpPr>
          <p:spPr>
            <a:xfrm>
              <a:off x="4506460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2253F6B-E615-16E5-C965-2AD02DF0F8C7}"/>
                </a:ext>
              </a:extLst>
            </p:cNvPr>
            <p:cNvCxnSpPr/>
            <p:nvPr/>
          </p:nvCxnSpPr>
          <p:spPr>
            <a:xfrm>
              <a:off x="4981243" y="-133821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2EDB6F9-E916-1E9B-FE29-1D9D65387181}"/>
                </a:ext>
              </a:extLst>
            </p:cNvPr>
            <p:cNvCxnSpPr/>
            <p:nvPr/>
          </p:nvCxnSpPr>
          <p:spPr>
            <a:xfrm>
              <a:off x="5461891" y="-6787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F5058A7-D942-6505-9904-10EFB3888A19}"/>
                </a:ext>
              </a:extLst>
            </p:cNvPr>
            <p:cNvCxnSpPr/>
            <p:nvPr/>
          </p:nvCxnSpPr>
          <p:spPr>
            <a:xfrm>
              <a:off x="5924951" y="-133821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3D03D06-5AB3-9F9D-6A5F-097DA762B355}"/>
                </a:ext>
              </a:extLst>
            </p:cNvPr>
            <p:cNvCxnSpPr/>
            <p:nvPr/>
          </p:nvCxnSpPr>
          <p:spPr>
            <a:xfrm>
              <a:off x="6393551" y="-6787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69748D1-6358-979E-96C8-1D58B0327ACA}"/>
                </a:ext>
              </a:extLst>
            </p:cNvPr>
            <p:cNvCxnSpPr/>
            <p:nvPr/>
          </p:nvCxnSpPr>
          <p:spPr>
            <a:xfrm>
              <a:off x="6856611" y="-133821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9066ADA-DB7D-E181-DB93-D1AEB9D01A19}"/>
                </a:ext>
              </a:extLst>
            </p:cNvPr>
            <p:cNvCxnSpPr/>
            <p:nvPr/>
          </p:nvCxnSpPr>
          <p:spPr>
            <a:xfrm>
              <a:off x="7352237" y="-6787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DE14D55-3069-6A98-0CC6-1727000ABD46}"/>
                </a:ext>
              </a:extLst>
            </p:cNvPr>
            <p:cNvCxnSpPr/>
            <p:nvPr/>
          </p:nvCxnSpPr>
          <p:spPr>
            <a:xfrm>
              <a:off x="7815297" y="-133821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968923-6E81-55D1-389E-C5A8CABAF17E}"/>
                </a:ext>
              </a:extLst>
            </p:cNvPr>
            <p:cNvCxnSpPr/>
            <p:nvPr/>
          </p:nvCxnSpPr>
          <p:spPr>
            <a:xfrm>
              <a:off x="8295944" y="-6787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FB68537-5006-B4C9-6D82-40CC86C1BD0C}"/>
                </a:ext>
              </a:extLst>
            </p:cNvPr>
            <p:cNvCxnSpPr/>
            <p:nvPr/>
          </p:nvCxnSpPr>
          <p:spPr>
            <a:xfrm>
              <a:off x="8747283" y="-151811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15F8039-0FA4-C0B1-507E-292B4F803B0C}"/>
                </a:ext>
              </a:extLst>
            </p:cNvPr>
            <p:cNvCxnSpPr/>
            <p:nvPr/>
          </p:nvCxnSpPr>
          <p:spPr>
            <a:xfrm>
              <a:off x="9227931" y="-8586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0A712B4-F1CD-382E-C530-A81C20A1B24F}"/>
                </a:ext>
              </a:extLst>
            </p:cNvPr>
            <p:cNvCxnSpPr/>
            <p:nvPr/>
          </p:nvCxnSpPr>
          <p:spPr>
            <a:xfrm>
              <a:off x="9690991" y="-151811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9FB3215-E16A-D140-5BE5-173AF9CB6057}"/>
                </a:ext>
              </a:extLst>
            </p:cNvPr>
            <p:cNvCxnSpPr/>
            <p:nvPr/>
          </p:nvCxnSpPr>
          <p:spPr>
            <a:xfrm>
              <a:off x="10159591" y="-8586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AC9C85E-DF24-979E-D1A8-1D85DC12A56A}"/>
                </a:ext>
              </a:extLst>
            </p:cNvPr>
            <p:cNvCxnSpPr/>
            <p:nvPr/>
          </p:nvCxnSpPr>
          <p:spPr>
            <a:xfrm>
              <a:off x="11118277" y="-85868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B9FF03E-5616-00D5-139C-96DE3FE7AAB5}"/>
                </a:ext>
              </a:extLst>
            </p:cNvPr>
            <p:cNvCxnSpPr/>
            <p:nvPr/>
          </p:nvCxnSpPr>
          <p:spPr>
            <a:xfrm>
              <a:off x="10622651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5B621C4-254E-1465-5FC6-9B079717F0F1}"/>
                </a:ext>
              </a:extLst>
            </p:cNvPr>
            <p:cNvCxnSpPr/>
            <p:nvPr/>
          </p:nvCxnSpPr>
          <p:spPr>
            <a:xfrm>
              <a:off x="11566359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B69E0E1-E8B3-2F49-0357-EB609EA17D0A}"/>
                </a:ext>
              </a:extLst>
            </p:cNvPr>
            <p:cNvCxnSpPr/>
            <p:nvPr/>
          </p:nvCxnSpPr>
          <p:spPr>
            <a:xfrm>
              <a:off x="12029419" y="-149876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968808A-B56F-FFE7-D98F-F7DFB7233BAD}"/>
                </a:ext>
              </a:extLst>
            </p:cNvPr>
            <p:cNvCxnSpPr/>
            <p:nvPr/>
          </p:nvCxnSpPr>
          <p:spPr>
            <a:xfrm>
              <a:off x="12498019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0710BC6-D50F-6F2F-B05A-09AC527006E6}"/>
                </a:ext>
              </a:extLst>
            </p:cNvPr>
            <p:cNvCxnSpPr/>
            <p:nvPr/>
          </p:nvCxnSpPr>
          <p:spPr>
            <a:xfrm>
              <a:off x="12961079" y="-149876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9FD0010-B0BE-B379-62E8-62719CAA08BD}"/>
                </a:ext>
              </a:extLst>
            </p:cNvPr>
            <p:cNvCxnSpPr/>
            <p:nvPr/>
          </p:nvCxnSpPr>
          <p:spPr>
            <a:xfrm>
              <a:off x="13456705" y="-83933"/>
              <a:ext cx="0" cy="47038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3212183-42DE-E958-3B3A-2F86E1DBFF53}"/>
                </a:ext>
              </a:extLst>
            </p:cNvPr>
            <p:cNvGrpSpPr/>
            <p:nvPr/>
          </p:nvGrpSpPr>
          <p:grpSpPr>
            <a:xfrm>
              <a:off x="-904982" y="457200"/>
              <a:ext cx="15016310" cy="3705596"/>
              <a:chOff x="-904982" y="457200"/>
              <a:chExt cx="15016310" cy="3705596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3052506-643B-B12B-6074-7BE54B3D34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81066" y="457200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9097397-55E6-9E74-0A98-CBE076ECF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36621" y="1380447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DE8104B-5AD9-57E3-39D8-04C3E7450E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904982" y="2311646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74BE127-C4AF-667F-6966-379FD7E14D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728666" y="3202676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270A6EEE-60AE-B2E4-62D7-91C950C590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677301" y="4117076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4000564-EAB7-258B-D249-7761F0ABC8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36621" y="931759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5A3AFBF-0A60-01C8-57BE-43CE514F21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813049" y="1836897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31E7FE2-A7D6-6025-4E41-244AFB915F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728666" y="2775179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4E2C519-412A-782D-F18F-1BCBEAD65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485738" y="3689579"/>
                <a:ext cx="14597066" cy="457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2" y="224063"/>
            <a:ext cx="3313993" cy="12564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12023" y="1675276"/>
            <a:ext cx="248145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0" rIns="137160" bIns="0" rtlCol="0" anchor="ctr"/>
          <a:lstStyle/>
          <a:p>
            <a:pPr algn="l"/>
            <a:r>
              <a:rPr sz="1100" b="1" spc="300" dirty="0">
                <a:solidFill>
                  <a:srgbClr val="0A1F4F"/>
                </a:solidFill>
                <a:latin typeface="Arial"/>
              </a:rPr>
              <a:t>LANZAMIENTO WEB</a:t>
            </a:r>
          </a:p>
        </p:txBody>
      </p:sp>
      <p:sp>
        <p:nvSpPr>
          <p:cNvPr id="5" name="Oval 4"/>
          <p:cNvSpPr/>
          <p:nvPr/>
        </p:nvSpPr>
        <p:spPr>
          <a:xfrm>
            <a:off x="994903" y="1803292"/>
            <a:ext cx="128016" cy="128016"/>
          </a:xfrm>
          <a:prstGeom prst="ellipse">
            <a:avLst/>
          </a:prstGeom>
          <a:solidFill>
            <a:srgbClr val="E00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9599" y="2108226"/>
            <a:ext cx="3263714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spc="-100" dirty="0">
                <a:solidFill>
                  <a:srgbClr val="0A1F4F"/>
                </a:solidFill>
                <a:latin typeface="Arial"/>
              </a:rPr>
              <a:t>Nueva web.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9599" y="2865026"/>
            <a:ext cx="4172617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spc="-100" dirty="0" err="1">
                <a:solidFill>
                  <a:srgbClr val="E0004D"/>
                </a:solidFill>
                <a:latin typeface="Arial"/>
              </a:rPr>
              <a:t>Misma</a:t>
            </a:r>
            <a:r>
              <a:rPr sz="4800" b="1" spc="-100" dirty="0">
                <a:solidFill>
                  <a:srgbClr val="E0004D"/>
                </a:solidFill>
                <a:latin typeface="Arial"/>
              </a:rPr>
              <a:t> </a:t>
            </a:r>
            <a:r>
              <a:rPr sz="4800" b="1" spc="-100" dirty="0" err="1">
                <a:solidFill>
                  <a:srgbClr val="E0004D"/>
                </a:solidFill>
                <a:latin typeface="Arial"/>
              </a:rPr>
              <a:t>ciencia</a:t>
            </a:r>
            <a:r>
              <a:rPr sz="4800" b="1" spc="-100" dirty="0">
                <a:solidFill>
                  <a:srgbClr val="E0004D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599" y="3635465"/>
            <a:ext cx="248144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4A5A70"/>
                </a:solidFill>
                <a:latin typeface="Arial"/>
              </a:rPr>
              <a:t>NGS  ·  Sanger  ·  </a:t>
            </a:r>
            <a:r>
              <a:rPr sz="1200" b="0" dirty="0" err="1">
                <a:solidFill>
                  <a:srgbClr val="4A5A70"/>
                </a:solidFill>
                <a:latin typeface="Arial"/>
              </a:rPr>
              <a:t>Síntesis</a:t>
            </a:r>
            <a:r>
              <a:rPr sz="1200" b="0" dirty="0">
                <a:solidFill>
                  <a:srgbClr val="4A5A70"/>
                </a:solidFill>
                <a:latin typeface="Arial"/>
              </a:rPr>
              <a:t>  ·  Oligos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599" y="3899555"/>
            <a:ext cx="59436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spc="300" dirty="0">
                <a:solidFill>
                  <a:srgbClr val="6B7B95"/>
                </a:solidFill>
                <a:latin typeface="Arial"/>
              </a:rPr>
              <a:t>ESPAÑA  ·  PORTUGAL  ·  CHILE  ·  PERÚ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9703" y="284887"/>
            <a:ext cx="3053721" cy="1538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0" b="1" spc="-300" dirty="0">
                <a:solidFill>
                  <a:srgbClr val="E0004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9126" y="1838832"/>
            <a:ext cx="94737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200" b="1" spc="400" dirty="0">
                <a:solidFill>
                  <a:srgbClr val="0A1F4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2606040"/>
            <a:ext cx="2788920" cy="594360"/>
          </a:xfrm>
          <a:prstGeom prst="roundRect">
            <a:avLst>
              <a:gd name="adj" fmla="val 15000"/>
            </a:avLst>
          </a:prstGeom>
          <a:solidFill>
            <a:srgbClr val="0A1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spc="300" dirty="0">
                <a:solidFill>
                  <a:srgbClr val="8595B0"/>
                </a:solidFill>
                <a:latin typeface="Arial"/>
              </a:rPr>
              <a:t>CÓDIGO  |  </a:t>
            </a:r>
            <a:r>
              <a:rPr sz="1500" b="1" spc="200" dirty="0">
                <a:solidFill>
                  <a:srgbClr val="FFFFFF"/>
                </a:solidFill>
                <a:latin typeface="Arial"/>
              </a:rPr>
              <a:t>NUEVO10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34290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A1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www.macrogen-es.com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250DF1D-BE26-EE4A-EF21-E874637E1FB0}"/>
              </a:ext>
            </a:extLst>
          </p:cNvPr>
          <p:cNvCxnSpPr/>
          <p:nvPr/>
        </p:nvCxnSpPr>
        <p:spPr>
          <a:xfrm>
            <a:off x="13919765" y="-149876"/>
            <a:ext cx="0" cy="47038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1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68ECD03-05C7-2DAC-9931-D8186E57CACF}"/>
              </a:ext>
            </a:extLst>
          </p:cNvPr>
          <p:cNvCxnSpPr/>
          <p:nvPr/>
        </p:nvCxnSpPr>
        <p:spPr>
          <a:xfrm>
            <a:off x="14111328" y="0"/>
            <a:ext cx="0" cy="470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25AA91B-9540-74FD-ED89-A54750B96BFB}"/>
              </a:ext>
            </a:extLst>
          </p:cNvPr>
          <p:cNvCxnSpPr>
            <a:cxnSpLocks/>
          </p:cNvCxnSpPr>
          <p:nvPr/>
        </p:nvCxnSpPr>
        <p:spPr>
          <a:xfrm>
            <a:off x="9942653" y="504855"/>
            <a:ext cx="0" cy="35256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82E1BC-5127-BA58-E0C5-2D07238D6B1E}"/>
              </a:ext>
            </a:extLst>
          </p:cNvPr>
          <p:cNvSpPr txBox="1"/>
          <p:nvPr/>
        </p:nvSpPr>
        <p:spPr>
          <a:xfrm>
            <a:off x="3109419" y="1202065"/>
            <a:ext cx="7556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spc="-100">
                <a:solidFill>
                  <a:srgbClr val="E0004D"/>
                </a:solidFill>
                <a:latin typeface="Arial"/>
              </a:rPr>
              <a:t>SPAIN</a:t>
            </a:r>
            <a:endParaRPr lang="es-CL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Tahoma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Chingu</dc:creator>
  <cp:keywords/>
  <dc:description>generated using python-pptx</dc:description>
  <cp:lastModifiedBy>Jae Hee Kim</cp:lastModifiedBy>
  <cp:revision>10</cp:revision>
  <dcterms:created xsi:type="dcterms:W3CDTF">2013-01-27T09:14:16Z</dcterms:created>
  <dcterms:modified xsi:type="dcterms:W3CDTF">2026-07-10T11:30:47Z</dcterms:modified>
  <cp:category/>
</cp:coreProperties>
</file>